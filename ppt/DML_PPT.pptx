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76" r:id="rId11"/>
    <p:sldId id="277" r:id="rId12"/>
    <p:sldId id="280" r:id="rId13"/>
    <p:sldId id="278" r:id="rId14"/>
    <p:sldId id="279" r:id="rId15"/>
    <p:sldId id="281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5" r:id="rId24"/>
    <p:sldId id="263" r:id="rId25"/>
    <p:sldId id="264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4" d="100"/>
          <a:sy n="84" d="100"/>
        </p:scale>
        <p:origin x="8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ibha Bandigani" userId="967948a4a21832b4" providerId="LiveId" clId="{D46B1009-DC21-45BE-9C22-D1A6276BCD41}"/>
    <pc:docChg chg="undo custSel addSld delSld modSld sldOrd">
      <pc:chgData name="Pratibha Bandigani" userId="967948a4a21832b4" providerId="LiveId" clId="{D46B1009-DC21-45BE-9C22-D1A6276BCD41}" dt="2025-09-25T15:21:20.310" v="193" actId="20577"/>
      <pc:docMkLst>
        <pc:docMk/>
      </pc:docMkLst>
      <pc:sldChg chg="modSp mod">
        <pc:chgData name="Pratibha Bandigani" userId="967948a4a21832b4" providerId="LiveId" clId="{D46B1009-DC21-45BE-9C22-D1A6276BCD41}" dt="2025-09-25T15:14:30.072" v="157"/>
        <pc:sldMkLst>
          <pc:docMk/>
          <pc:sldMk cId="3969267120" sldId="256"/>
        </pc:sldMkLst>
        <pc:spChg chg="mod">
          <ac:chgData name="Pratibha Bandigani" userId="967948a4a21832b4" providerId="LiveId" clId="{D46B1009-DC21-45BE-9C22-D1A6276BCD41}" dt="2025-09-25T15:14:30.072" v="157"/>
          <ac:spMkLst>
            <pc:docMk/>
            <pc:sldMk cId="3969267120" sldId="256"/>
            <ac:spMk id="2" creationId="{6E74DD88-FA12-3BBE-3EED-AD8D14328465}"/>
          </ac:spMkLst>
        </pc:spChg>
      </pc:sldChg>
      <pc:sldChg chg="modSp">
        <pc:chgData name="Pratibha Bandigani" userId="967948a4a21832b4" providerId="LiveId" clId="{D46B1009-DC21-45BE-9C22-D1A6276BCD41}" dt="2025-09-25T15:14:30.072" v="157"/>
        <pc:sldMkLst>
          <pc:docMk/>
          <pc:sldMk cId="3602157566" sldId="258"/>
        </pc:sldMkLst>
        <pc:spChg chg="mod">
          <ac:chgData name="Pratibha Bandigani" userId="967948a4a21832b4" providerId="LiveId" clId="{D46B1009-DC21-45BE-9C22-D1A6276BCD41}" dt="2025-09-25T15:14:30.072" v="157"/>
          <ac:spMkLst>
            <pc:docMk/>
            <pc:sldMk cId="3602157566" sldId="258"/>
            <ac:spMk id="2" creationId="{BD1CB70D-E0BF-3F46-2380-06EBEBFCAEFD}"/>
          </ac:spMkLst>
        </pc:spChg>
        <pc:spChg chg="mod">
          <ac:chgData name="Pratibha Bandigani" userId="967948a4a21832b4" providerId="LiveId" clId="{D46B1009-DC21-45BE-9C22-D1A6276BCD41}" dt="2025-09-25T15:14:30.072" v="157"/>
          <ac:spMkLst>
            <pc:docMk/>
            <pc:sldMk cId="3602157566" sldId="258"/>
            <ac:spMk id="3" creationId="{E19A7305-06CD-3EF0-6F6A-21D309EFC53E}"/>
          </ac:spMkLst>
        </pc:spChg>
      </pc:sldChg>
      <pc:sldChg chg="modSp mod">
        <pc:chgData name="Pratibha Bandigani" userId="967948a4a21832b4" providerId="LiveId" clId="{D46B1009-DC21-45BE-9C22-D1A6276BCD41}" dt="2025-09-25T15:14:30.248" v="158" actId="27636"/>
        <pc:sldMkLst>
          <pc:docMk/>
          <pc:sldMk cId="3064257136" sldId="259"/>
        </pc:sldMkLst>
        <pc:spChg chg="mod">
          <ac:chgData name="Pratibha Bandigani" userId="967948a4a21832b4" providerId="LiveId" clId="{D46B1009-DC21-45BE-9C22-D1A6276BCD41}" dt="2025-09-25T15:14:30.072" v="157"/>
          <ac:spMkLst>
            <pc:docMk/>
            <pc:sldMk cId="3064257136" sldId="259"/>
            <ac:spMk id="2" creationId="{8AB071FB-B726-7E1C-4FA0-701266172099}"/>
          </ac:spMkLst>
        </pc:spChg>
        <pc:spChg chg="mod">
          <ac:chgData name="Pratibha Bandigani" userId="967948a4a21832b4" providerId="LiveId" clId="{D46B1009-DC21-45BE-9C22-D1A6276BCD41}" dt="2025-09-25T15:14:30.248" v="158" actId="27636"/>
          <ac:spMkLst>
            <pc:docMk/>
            <pc:sldMk cId="3064257136" sldId="259"/>
            <ac:spMk id="3" creationId="{CA2D1610-D299-57B4-DC21-575AC0A7268E}"/>
          </ac:spMkLst>
        </pc:spChg>
      </pc:sldChg>
      <pc:sldChg chg="modSp mod">
        <pc:chgData name="Pratibha Bandigani" userId="967948a4a21832b4" providerId="LiveId" clId="{D46B1009-DC21-45BE-9C22-D1A6276BCD41}" dt="2025-09-25T15:14:30.248" v="159" actId="27636"/>
        <pc:sldMkLst>
          <pc:docMk/>
          <pc:sldMk cId="172776383" sldId="260"/>
        </pc:sldMkLst>
        <pc:spChg chg="mod">
          <ac:chgData name="Pratibha Bandigani" userId="967948a4a21832b4" providerId="LiveId" clId="{D46B1009-DC21-45BE-9C22-D1A6276BCD41}" dt="2025-09-25T15:14:30.072" v="157"/>
          <ac:spMkLst>
            <pc:docMk/>
            <pc:sldMk cId="172776383" sldId="260"/>
            <ac:spMk id="2" creationId="{E68AB4AA-7D67-1833-7946-11BA1EADF2F5}"/>
          </ac:spMkLst>
        </pc:spChg>
        <pc:spChg chg="mod">
          <ac:chgData name="Pratibha Bandigani" userId="967948a4a21832b4" providerId="LiveId" clId="{D46B1009-DC21-45BE-9C22-D1A6276BCD41}" dt="2025-09-25T15:14:30.248" v="159" actId="27636"/>
          <ac:spMkLst>
            <pc:docMk/>
            <pc:sldMk cId="172776383" sldId="260"/>
            <ac:spMk id="3" creationId="{4BC9CCD6-C213-A383-9F92-003966FBA38E}"/>
          </ac:spMkLst>
        </pc:spChg>
      </pc:sldChg>
      <pc:sldChg chg="modSp">
        <pc:chgData name="Pratibha Bandigani" userId="967948a4a21832b4" providerId="LiveId" clId="{D46B1009-DC21-45BE-9C22-D1A6276BCD41}" dt="2025-09-25T15:14:30.072" v="157"/>
        <pc:sldMkLst>
          <pc:docMk/>
          <pc:sldMk cId="1156598443" sldId="261"/>
        </pc:sldMkLst>
        <pc:spChg chg="mod">
          <ac:chgData name="Pratibha Bandigani" userId="967948a4a21832b4" providerId="LiveId" clId="{D46B1009-DC21-45BE-9C22-D1A6276BCD41}" dt="2025-09-25T15:14:30.072" v="157"/>
          <ac:spMkLst>
            <pc:docMk/>
            <pc:sldMk cId="1156598443" sldId="261"/>
            <ac:spMk id="2" creationId="{86893074-C993-D259-47AA-36F4A519F397}"/>
          </ac:spMkLst>
        </pc:spChg>
        <pc:spChg chg="mod">
          <ac:chgData name="Pratibha Bandigani" userId="967948a4a21832b4" providerId="LiveId" clId="{D46B1009-DC21-45BE-9C22-D1A6276BCD41}" dt="2025-09-25T15:14:30.072" v="157"/>
          <ac:spMkLst>
            <pc:docMk/>
            <pc:sldMk cId="1156598443" sldId="261"/>
            <ac:spMk id="3" creationId="{3202FA7F-B4AB-4E2B-EAB0-99B25E9B4C3A}"/>
          </ac:spMkLst>
        </pc:spChg>
      </pc:sldChg>
      <pc:sldChg chg="modSp ord">
        <pc:chgData name="Pratibha Bandigani" userId="967948a4a21832b4" providerId="LiveId" clId="{D46B1009-DC21-45BE-9C22-D1A6276BCD41}" dt="2025-09-25T15:15:29.292" v="165"/>
        <pc:sldMkLst>
          <pc:docMk/>
          <pc:sldMk cId="1066675436" sldId="263"/>
        </pc:sldMkLst>
        <pc:spChg chg="mod">
          <ac:chgData name="Pratibha Bandigani" userId="967948a4a21832b4" providerId="LiveId" clId="{D46B1009-DC21-45BE-9C22-D1A6276BCD41}" dt="2025-09-25T15:14:30.072" v="157"/>
          <ac:spMkLst>
            <pc:docMk/>
            <pc:sldMk cId="1066675436" sldId="263"/>
            <ac:spMk id="2" creationId="{760E58B6-750B-179A-0913-676F13ED0F54}"/>
          </ac:spMkLst>
        </pc:spChg>
        <pc:spChg chg="mod">
          <ac:chgData name="Pratibha Bandigani" userId="967948a4a21832b4" providerId="LiveId" clId="{D46B1009-DC21-45BE-9C22-D1A6276BCD41}" dt="2025-09-25T15:14:30.072" v="157"/>
          <ac:spMkLst>
            <pc:docMk/>
            <pc:sldMk cId="1066675436" sldId="263"/>
            <ac:spMk id="3" creationId="{C9D3DE41-FD39-F799-D730-D189A783AEC1}"/>
          </ac:spMkLst>
        </pc:spChg>
      </pc:sldChg>
      <pc:sldChg chg="modSp">
        <pc:chgData name="Pratibha Bandigani" userId="967948a4a21832b4" providerId="LiveId" clId="{D46B1009-DC21-45BE-9C22-D1A6276BCD41}" dt="2025-09-25T15:14:30.072" v="157"/>
        <pc:sldMkLst>
          <pc:docMk/>
          <pc:sldMk cId="1925610700" sldId="264"/>
        </pc:sldMkLst>
        <pc:spChg chg="mod">
          <ac:chgData name="Pratibha Bandigani" userId="967948a4a21832b4" providerId="LiveId" clId="{D46B1009-DC21-45BE-9C22-D1A6276BCD41}" dt="2025-09-25T15:14:30.072" v="157"/>
          <ac:spMkLst>
            <pc:docMk/>
            <pc:sldMk cId="1925610700" sldId="264"/>
            <ac:spMk id="3" creationId="{946E7D46-4055-8F12-1EDE-2057F36723B2}"/>
          </ac:spMkLst>
        </pc:spChg>
      </pc:sldChg>
      <pc:sldChg chg="modSp new mod">
        <pc:chgData name="Pratibha Bandigani" userId="967948a4a21832b4" providerId="LiveId" clId="{D46B1009-DC21-45BE-9C22-D1A6276BCD41}" dt="2025-09-25T15:14:30.072" v="157"/>
        <pc:sldMkLst>
          <pc:docMk/>
          <pc:sldMk cId="3948176209" sldId="265"/>
        </pc:sldMkLst>
        <pc:spChg chg="mod">
          <ac:chgData name="Pratibha Bandigani" userId="967948a4a21832b4" providerId="LiveId" clId="{D46B1009-DC21-45BE-9C22-D1A6276BCD41}" dt="2025-09-25T15:14:30.072" v="157"/>
          <ac:spMkLst>
            <pc:docMk/>
            <pc:sldMk cId="3948176209" sldId="265"/>
            <ac:spMk id="2" creationId="{85947C8C-586E-9443-1B76-6EAAD74CDF78}"/>
          </ac:spMkLst>
        </pc:spChg>
        <pc:spChg chg="mod">
          <ac:chgData name="Pratibha Bandigani" userId="967948a4a21832b4" providerId="LiveId" clId="{D46B1009-DC21-45BE-9C22-D1A6276BCD41}" dt="2025-09-25T15:14:30.072" v="157"/>
          <ac:spMkLst>
            <pc:docMk/>
            <pc:sldMk cId="3948176209" sldId="265"/>
            <ac:spMk id="3" creationId="{93C087BC-80CC-B05D-0ABF-0867EBCCC0FF}"/>
          </ac:spMkLst>
        </pc:spChg>
      </pc:sldChg>
      <pc:sldChg chg="modSp new mod">
        <pc:chgData name="Pratibha Bandigani" userId="967948a4a21832b4" providerId="LiveId" clId="{D46B1009-DC21-45BE-9C22-D1A6276BCD41}" dt="2025-09-25T15:14:30.072" v="157"/>
        <pc:sldMkLst>
          <pc:docMk/>
          <pc:sldMk cId="1335705052" sldId="266"/>
        </pc:sldMkLst>
        <pc:spChg chg="mod">
          <ac:chgData name="Pratibha Bandigani" userId="967948a4a21832b4" providerId="LiveId" clId="{D46B1009-DC21-45BE-9C22-D1A6276BCD41}" dt="2025-09-25T15:14:30.072" v="157"/>
          <ac:spMkLst>
            <pc:docMk/>
            <pc:sldMk cId="1335705052" sldId="266"/>
            <ac:spMk id="2" creationId="{E615B38C-9E1D-337D-0DD4-034C5F763F91}"/>
          </ac:spMkLst>
        </pc:spChg>
        <pc:spChg chg="mod">
          <ac:chgData name="Pratibha Bandigani" userId="967948a4a21832b4" providerId="LiveId" clId="{D46B1009-DC21-45BE-9C22-D1A6276BCD41}" dt="2025-09-25T15:14:30.072" v="157"/>
          <ac:spMkLst>
            <pc:docMk/>
            <pc:sldMk cId="1335705052" sldId="266"/>
            <ac:spMk id="3" creationId="{98FCC582-C951-7409-AE35-17679B62D66A}"/>
          </ac:spMkLst>
        </pc:spChg>
      </pc:sldChg>
      <pc:sldChg chg="modSp new mod">
        <pc:chgData name="Pratibha Bandigani" userId="967948a4a21832b4" providerId="LiveId" clId="{D46B1009-DC21-45BE-9C22-D1A6276BCD41}" dt="2025-09-25T15:14:30.072" v="157"/>
        <pc:sldMkLst>
          <pc:docMk/>
          <pc:sldMk cId="2576853068" sldId="267"/>
        </pc:sldMkLst>
        <pc:spChg chg="mod">
          <ac:chgData name="Pratibha Bandigani" userId="967948a4a21832b4" providerId="LiveId" clId="{D46B1009-DC21-45BE-9C22-D1A6276BCD41}" dt="2025-09-25T15:14:30.072" v="157"/>
          <ac:spMkLst>
            <pc:docMk/>
            <pc:sldMk cId="2576853068" sldId="267"/>
            <ac:spMk id="2" creationId="{6686A353-9172-EB41-6E81-877873ABA01D}"/>
          </ac:spMkLst>
        </pc:spChg>
        <pc:spChg chg="mod">
          <ac:chgData name="Pratibha Bandigani" userId="967948a4a21832b4" providerId="LiveId" clId="{D46B1009-DC21-45BE-9C22-D1A6276BCD41}" dt="2025-09-25T15:14:30.072" v="157"/>
          <ac:spMkLst>
            <pc:docMk/>
            <pc:sldMk cId="2576853068" sldId="267"/>
            <ac:spMk id="3" creationId="{0741B0DD-01CE-CF31-EFCC-80078258709D}"/>
          </ac:spMkLst>
        </pc:spChg>
      </pc:sldChg>
      <pc:sldChg chg="modSp new mod">
        <pc:chgData name="Pratibha Bandigani" userId="967948a4a21832b4" providerId="LiveId" clId="{D46B1009-DC21-45BE-9C22-D1A6276BCD41}" dt="2025-09-25T15:14:30.284" v="160" actId="27636"/>
        <pc:sldMkLst>
          <pc:docMk/>
          <pc:sldMk cId="4164628668" sldId="268"/>
        </pc:sldMkLst>
        <pc:spChg chg="mod">
          <ac:chgData name="Pratibha Bandigani" userId="967948a4a21832b4" providerId="LiveId" clId="{D46B1009-DC21-45BE-9C22-D1A6276BCD41}" dt="2025-09-25T15:14:30.072" v="157"/>
          <ac:spMkLst>
            <pc:docMk/>
            <pc:sldMk cId="4164628668" sldId="268"/>
            <ac:spMk id="2" creationId="{70AB1E65-37C2-583E-3997-5937431286C9}"/>
          </ac:spMkLst>
        </pc:spChg>
        <pc:spChg chg="mod">
          <ac:chgData name="Pratibha Bandigani" userId="967948a4a21832b4" providerId="LiveId" clId="{D46B1009-DC21-45BE-9C22-D1A6276BCD41}" dt="2025-09-25T15:14:30.284" v="160" actId="27636"/>
          <ac:spMkLst>
            <pc:docMk/>
            <pc:sldMk cId="4164628668" sldId="268"/>
            <ac:spMk id="3" creationId="{E97F0E06-6AF9-9071-BA26-E6B8673FA1CF}"/>
          </ac:spMkLst>
        </pc:spChg>
      </pc:sldChg>
      <pc:sldChg chg="modSp new mod">
        <pc:chgData name="Pratibha Bandigani" userId="967948a4a21832b4" providerId="LiveId" clId="{D46B1009-DC21-45BE-9C22-D1A6276BCD41}" dt="2025-09-25T15:14:30.304" v="161" actId="27636"/>
        <pc:sldMkLst>
          <pc:docMk/>
          <pc:sldMk cId="3281897640" sldId="269"/>
        </pc:sldMkLst>
        <pc:spChg chg="mod">
          <ac:chgData name="Pratibha Bandigani" userId="967948a4a21832b4" providerId="LiveId" clId="{D46B1009-DC21-45BE-9C22-D1A6276BCD41}" dt="2025-09-25T15:14:30.072" v="157"/>
          <ac:spMkLst>
            <pc:docMk/>
            <pc:sldMk cId="3281897640" sldId="269"/>
            <ac:spMk id="2" creationId="{2AB3A29B-5785-5052-A4AF-577D59821BFB}"/>
          </ac:spMkLst>
        </pc:spChg>
        <pc:spChg chg="mod">
          <ac:chgData name="Pratibha Bandigani" userId="967948a4a21832b4" providerId="LiveId" clId="{D46B1009-DC21-45BE-9C22-D1A6276BCD41}" dt="2025-09-25T15:14:30.304" v="161" actId="27636"/>
          <ac:spMkLst>
            <pc:docMk/>
            <pc:sldMk cId="3281897640" sldId="269"/>
            <ac:spMk id="3" creationId="{48EE8B53-C52E-FEC7-13B6-AD160A7E8789}"/>
          </ac:spMkLst>
        </pc:spChg>
      </pc:sldChg>
      <pc:sldChg chg="modSp new mod">
        <pc:chgData name="Pratibha Bandigani" userId="967948a4a21832b4" providerId="LiveId" clId="{D46B1009-DC21-45BE-9C22-D1A6276BCD41}" dt="2025-09-25T15:14:30.072" v="157"/>
        <pc:sldMkLst>
          <pc:docMk/>
          <pc:sldMk cId="2945400419" sldId="270"/>
        </pc:sldMkLst>
        <pc:spChg chg="mod">
          <ac:chgData name="Pratibha Bandigani" userId="967948a4a21832b4" providerId="LiveId" clId="{D46B1009-DC21-45BE-9C22-D1A6276BCD41}" dt="2025-09-25T15:14:30.072" v="157"/>
          <ac:spMkLst>
            <pc:docMk/>
            <pc:sldMk cId="2945400419" sldId="270"/>
            <ac:spMk id="2" creationId="{514C4843-855F-7457-4882-FD917C6A615F}"/>
          </ac:spMkLst>
        </pc:spChg>
        <pc:spChg chg="mod">
          <ac:chgData name="Pratibha Bandigani" userId="967948a4a21832b4" providerId="LiveId" clId="{D46B1009-DC21-45BE-9C22-D1A6276BCD41}" dt="2025-09-25T15:14:30.072" v="157"/>
          <ac:spMkLst>
            <pc:docMk/>
            <pc:sldMk cId="2945400419" sldId="270"/>
            <ac:spMk id="3" creationId="{28F9D2A9-EB36-F117-6278-E3983111228B}"/>
          </ac:spMkLst>
        </pc:spChg>
      </pc:sldChg>
      <pc:sldChg chg="modSp new mod">
        <pc:chgData name="Pratibha Bandigani" userId="967948a4a21832b4" providerId="LiveId" clId="{D46B1009-DC21-45BE-9C22-D1A6276BCD41}" dt="2025-09-25T15:14:30.072" v="157"/>
        <pc:sldMkLst>
          <pc:docMk/>
          <pc:sldMk cId="2561979303" sldId="271"/>
        </pc:sldMkLst>
        <pc:spChg chg="mod">
          <ac:chgData name="Pratibha Bandigani" userId="967948a4a21832b4" providerId="LiveId" clId="{D46B1009-DC21-45BE-9C22-D1A6276BCD41}" dt="2025-09-25T15:14:30.072" v="157"/>
          <ac:spMkLst>
            <pc:docMk/>
            <pc:sldMk cId="2561979303" sldId="271"/>
            <ac:spMk id="2" creationId="{51015D61-B97D-31A5-919E-3E124D070E61}"/>
          </ac:spMkLst>
        </pc:spChg>
        <pc:spChg chg="mod">
          <ac:chgData name="Pratibha Bandigani" userId="967948a4a21832b4" providerId="LiveId" clId="{D46B1009-DC21-45BE-9C22-D1A6276BCD41}" dt="2025-09-25T15:14:30.072" v="157"/>
          <ac:spMkLst>
            <pc:docMk/>
            <pc:sldMk cId="2561979303" sldId="271"/>
            <ac:spMk id="3" creationId="{87711ACF-9219-CE3E-389E-DBC67139428F}"/>
          </ac:spMkLst>
        </pc:spChg>
      </pc:sldChg>
      <pc:sldChg chg="modSp new">
        <pc:chgData name="Pratibha Bandigani" userId="967948a4a21832b4" providerId="LiveId" clId="{D46B1009-DC21-45BE-9C22-D1A6276BCD41}" dt="2025-09-25T15:14:30.072" v="157"/>
        <pc:sldMkLst>
          <pc:docMk/>
          <pc:sldMk cId="1473981927" sldId="272"/>
        </pc:sldMkLst>
        <pc:spChg chg="mod">
          <ac:chgData name="Pratibha Bandigani" userId="967948a4a21832b4" providerId="LiveId" clId="{D46B1009-DC21-45BE-9C22-D1A6276BCD41}" dt="2025-09-25T15:14:30.072" v="157"/>
          <ac:spMkLst>
            <pc:docMk/>
            <pc:sldMk cId="1473981927" sldId="272"/>
            <ac:spMk id="2" creationId="{5171BCD8-0CDC-46DA-C982-B1072824FD26}"/>
          </ac:spMkLst>
        </pc:spChg>
        <pc:spChg chg="mod">
          <ac:chgData name="Pratibha Bandigani" userId="967948a4a21832b4" providerId="LiveId" clId="{D46B1009-DC21-45BE-9C22-D1A6276BCD41}" dt="2025-09-25T15:14:30.072" v="157"/>
          <ac:spMkLst>
            <pc:docMk/>
            <pc:sldMk cId="1473981927" sldId="272"/>
            <ac:spMk id="3" creationId="{1F61234B-6D25-CC45-5E36-6EEB0F2BF8B0}"/>
          </ac:spMkLst>
        </pc:spChg>
      </pc:sldChg>
      <pc:sldChg chg="addSp delSp modSp new">
        <pc:chgData name="Pratibha Bandigani" userId="967948a4a21832b4" providerId="LiveId" clId="{D46B1009-DC21-45BE-9C22-D1A6276BCD41}" dt="2025-09-25T15:14:30.072" v="157"/>
        <pc:sldMkLst>
          <pc:docMk/>
          <pc:sldMk cId="694662095" sldId="273"/>
        </pc:sldMkLst>
        <pc:spChg chg="mod">
          <ac:chgData name="Pratibha Bandigani" userId="967948a4a21832b4" providerId="LiveId" clId="{D46B1009-DC21-45BE-9C22-D1A6276BCD41}" dt="2025-09-25T15:14:30.072" v="157"/>
          <ac:spMkLst>
            <pc:docMk/>
            <pc:sldMk cId="694662095" sldId="273"/>
            <ac:spMk id="2" creationId="{2226A444-3CC4-0D8D-7F23-3F1A481ED76E}"/>
          </ac:spMkLst>
        </pc:spChg>
        <pc:spChg chg="del">
          <ac:chgData name="Pratibha Bandigani" userId="967948a4a21832b4" providerId="LiveId" clId="{D46B1009-DC21-45BE-9C22-D1A6276BCD41}" dt="2025-09-25T15:11:26.324" v="145"/>
          <ac:spMkLst>
            <pc:docMk/>
            <pc:sldMk cId="694662095" sldId="273"/>
            <ac:spMk id="3" creationId="{07672A9D-A2E8-3B5D-C094-CC93D4A2AAD1}"/>
          </ac:spMkLst>
        </pc:spChg>
        <pc:graphicFrameChg chg="add mod">
          <ac:chgData name="Pratibha Bandigani" userId="967948a4a21832b4" providerId="LiveId" clId="{D46B1009-DC21-45BE-9C22-D1A6276BCD41}" dt="2025-09-25T15:11:26.324" v="145"/>
          <ac:graphicFrameMkLst>
            <pc:docMk/>
            <pc:sldMk cId="694662095" sldId="273"/>
            <ac:graphicFrameMk id="4" creationId="{3DFB0E9C-1995-09FF-8BF2-DA30AC223C35}"/>
          </ac:graphicFrameMkLst>
        </pc:graphicFrameChg>
      </pc:sldChg>
      <pc:sldChg chg="modSp new del">
        <pc:chgData name="Pratibha Bandigani" userId="967948a4a21832b4" providerId="LiveId" clId="{D46B1009-DC21-45BE-9C22-D1A6276BCD41}" dt="2025-09-25T15:12:37.449" v="154" actId="2696"/>
        <pc:sldMkLst>
          <pc:docMk/>
          <pc:sldMk cId="835717741" sldId="274"/>
        </pc:sldMkLst>
        <pc:spChg chg="mod">
          <ac:chgData name="Pratibha Bandigani" userId="967948a4a21832b4" providerId="LiveId" clId="{D46B1009-DC21-45BE-9C22-D1A6276BCD41}" dt="2025-09-25T15:11:53.471" v="148"/>
          <ac:spMkLst>
            <pc:docMk/>
            <pc:sldMk cId="835717741" sldId="274"/>
            <ac:spMk id="3" creationId="{FCB09413-011D-6FFE-1065-DC5F94FFAD58}"/>
          </ac:spMkLst>
        </pc:spChg>
      </pc:sldChg>
      <pc:sldChg chg="addSp delSp modSp new mod">
        <pc:chgData name="Pratibha Bandigani" userId="967948a4a21832b4" providerId="LiveId" clId="{D46B1009-DC21-45BE-9C22-D1A6276BCD41}" dt="2025-09-25T15:12:48.346" v="156" actId="1076"/>
        <pc:sldMkLst>
          <pc:docMk/>
          <pc:sldMk cId="2169050027" sldId="275"/>
        </pc:sldMkLst>
        <pc:spChg chg="del">
          <ac:chgData name="Pratibha Bandigani" userId="967948a4a21832b4" providerId="LiveId" clId="{D46B1009-DC21-45BE-9C22-D1A6276BCD41}" dt="2025-09-25T15:12:15.226" v="151" actId="21"/>
          <ac:spMkLst>
            <pc:docMk/>
            <pc:sldMk cId="2169050027" sldId="275"/>
            <ac:spMk id="2" creationId="{B01FAF14-DF5C-04BC-4341-F9F87432266B}"/>
          </ac:spMkLst>
        </pc:spChg>
        <pc:spChg chg="mod">
          <ac:chgData name="Pratibha Bandigani" userId="967948a4a21832b4" providerId="LiveId" clId="{D46B1009-DC21-45BE-9C22-D1A6276BCD41}" dt="2025-09-25T15:12:43.323" v="155" actId="1076"/>
          <ac:spMkLst>
            <pc:docMk/>
            <pc:sldMk cId="2169050027" sldId="275"/>
            <ac:spMk id="3" creationId="{3B42CC14-DB26-8667-282D-83194454B1D5}"/>
          </ac:spMkLst>
        </pc:spChg>
        <pc:spChg chg="add mod">
          <ac:chgData name="Pratibha Bandigani" userId="967948a4a21832b4" providerId="LiveId" clId="{D46B1009-DC21-45BE-9C22-D1A6276BCD41}" dt="2025-09-25T15:12:48.346" v="156" actId="1076"/>
          <ac:spMkLst>
            <pc:docMk/>
            <pc:sldMk cId="2169050027" sldId="275"/>
            <ac:spMk id="5" creationId="{30640B24-64DD-EF3F-2CB9-936C86C32E17}"/>
          </ac:spMkLst>
        </pc:spChg>
      </pc:sldChg>
      <pc:sldChg chg="modSp new">
        <pc:chgData name="Pratibha Bandigani" userId="967948a4a21832b4" providerId="LiveId" clId="{D46B1009-DC21-45BE-9C22-D1A6276BCD41}" dt="2025-09-25T15:17:28.033" v="168"/>
        <pc:sldMkLst>
          <pc:docMk/>
          <pc:sldMk cId="1541510167" sldId="276"/>
        </pc:sldMkLst>
        <pc:spChg chg="mod">
          <ac:chgData name="Pratibha Bandigani" userId="967948a4a21832b4" providerId="LiveId" clId="{D46B1009-DC21-45BE-9C22-D1A6276BCD41}" dt="2025-09-25T15:17:17.106" v="167"/>
          <ac:spMkLst>
            <pc:docMk/>
            <pc:sldMk cId="1541510167" sldId="276"/>
            <ac:spMk id="2" creationId="{8F179FFA-F820-8D5E-A548-C53FFB2AE162}"/>
          </ac:spMkLst>
        </pc:spChg>
        <pc:spChg chg="mod">
          <ac:chgData name="Pratibha Bandigani" userId="967948a4a21832b4" providerId="LiveId" clId="{D46B1009-DC21-45BE-9C22-D1A6276BCD41}" dt="2025-09-25T15:17:28.033" v="168"/>
          <ac:spMkLst>
            <pc:docMk/>
            <pc:sldMk cId="1541510167" sldId="276"/>
            <ac:spMk id="3" creationId="{8D849E0F-DD5B-E58B-BD52-33C06A9A9AE8}"/>
          </ac:spMkLst>
        </pc:spChg>
      </pc:sldChg>
      <pc:sldChg chg="modSp new mod">
        <pc:chgData name="Pratibha Bandigani" userId="967948a4a21832b4" providerId="LiveId" clId="{D46B1009-DC21-45BE-9C22-D1A6276BCD41}" dt="2025-09-25T15:18:06.413" v="173" actId="20577"/>
        <pc:sldMkLst>
          <pc:docMk/>
          <pc:sldMk cId="398991118" sldId="277"/>
        </pc:sldMkLst>
        <pc:spChg chg="mod">
          <ac:chgData name="Pratibha Bandigani" userId="967948a4a21832b4" providerId="LiveId" clId="{D46B1009-DC21-45BE-9C22-D1A6276BCD41}" dt="2025-09-25T15:17:50.426" v="170"/>
          <ac:spMkLst>
            <pc:docMk/>
            <pc:sldMk cId="398991118" sldId="277"/>
            <ac:spMk id="2" creationId="{D83C7823-3317-FA09-3B8E-B49B21465D70}"/>
          </ac:spMkLst>
        </pc:spChg>
        <pc:spChg chg="mod">
          <ac:chgData name="Pratibha Bandigani" userId="967948a4a21832b4" providerId="LiveId" clId="{D46B1009-DC21-45BE-9C22-D1A6276BCD41}" dt="2025-09-25T15:18:06.413" v="173" actId="20577"/>
          <ac:spMkLst>
            <pc:docMk/>
            <pc:sldMk cId="398991118" sldId="277"/>
            <ac:spMk id="3" creationId="{1472FFC9-9645-BBCC-5934-C1BBD29E9F82}"/>
          </ac:spMkLst>
        </pc:spChg>
      </pc:sldChg>
      <pc:sldChg chg="modSp new">
        <pc:chgData name="Pratibha Bandigani" userId="967948a4a21832b4" providerId="LiveId" clId="{D46B1009-DC21-45BE-9C22-D1A6276BCD41}" dt="2025-09-25T15:18:48.074" v="176"/>
        <pc:sldMkLst>
          <pc:docMk/>
          <pc:sldMk cId="148803213" sldId="278"/>
        </pc:sldMkLst>
        <pc:spChg chg="mod">
          <ac:chgData name="Pratibha Bandigani" userId="967948a4a21832b4" providerId="LiveId" clId="{D46B1009-DC21-45BE-9C22-D1A6276BCD41}" dt="2025-09-25T15:18:40.235" v="175"/>
          <ac:spMkLst>
            <pc:docMk/>
            <pc:sldMk cId="148803213" sldId="278"/>
            <ac:spMk id="2" creationId="{21321D57-65E8-7ED6-F932-9256B93BDF70}"/>
          </ac:spMkLst>
        </pc:spChg>
        <pc:spChg chg="mod">
          <ac:chgData name="Pratibha Bandigani" userId="967948a4a21832b4" providerId="LiveId" clId="{D46B1009-DC21-45BE-9C22-D1A6276BCD41}" dt="2025-09-25T15:18:48.074" v="176"/>
          <ac:spMkLst>
            <pc:docMk/>
            <pc:sldMk cId="148803213" sldId="278"/>
            <ac:spMk id="3" creationId="{95C265E0-97A2-A6ED-7CA0-8C748F4882FE}"/>
          </ac:spMkLst>
        </pc:spChg>
      </pc:sldChg>
      <pc:sldChg chg="modSp new">
        <pc:chgData name="Pratibha Bandigani" userId="967948a4a21832b4" providerId="LiveId" clId="{D46B1009-DC21-45BE-9C22-D1A6276BCD41}" dt="2025-09-25T15:19:12.410" v="179"/>
        <pc:sldMkLst>
          <pc:docMk/>
          <pc:sldMk cId="3424410667" sldId="279"/>
        </pc:sldMkLst>
        <pc:spChg chg="mod">
          <ac:chgData name="Pratibha Bandigani" userId="967948a4a21832b4" providerId="LiveId" clId="{D46B1009-DC21-45BE-9C22-D1A6276BCD41}" dt="2025-09-25T15:19:04.530" v="178"/>
          <ac:spMkLst>
            <pc:docMk/>
            <pc:sldMk cId="3424410667" sldId="279"/>
            <ac:spMk id="2" creationId="{C4BCDA62-8D4F-4A39-279B-88AAF3D3D34B}"/>
          </ac:spMkLst>
        </pc:spChg>
        <pc:spChg chg="mod">
          <ac:chgData name="Pratibha Bandigani" userId="967948a4a21832b4" providerId="LiveId" clId="{D46B1009-DC21-45BE-9C22-D1A6276BCD41}" dt="2025-09-25T15:19:12.410" v="179"/>
          <ac:spMkLst>
            <pc:docMk/>
            <pc:sldMk cId="3424410667" sldId="279"/>
            <ac:spMk id="3" creationId="{5B773944-74E6-A5FB-D1B2-BC1F06D22988}"/>
          </ac:spMkLst>
        </pc:spChg>
      </pc:sldChg>
      <pc:sldChg chg="addSp delSp modSp new mod">
        <pc:chgData name="Pratibha Bandigani" userId="967948a4a21832b4" providerId="LiveId" clId="{D46B1009-DC21-45BE-9C22-D1A6276BCD41}" dt="2025-09-25T15:19:44.779" v="185" actId="113"/>
        <pc:sldMkLst>
          <pc:docMk/>
          <pc:sldMk cId="4036720412" sldId="280"/>
        </pc:sldMkLst>
        <pc:spChg chg="del">
          <ac:chgData name="Pratibha Bandigani" userId="967948a4a21832b4" providerId="LiveId" clId="{D46B1009-DC21-45BE-9C22-D1A6276BCD41}" dt="2025-09-25T15:19:39.924" v="184" actId="21"/>
          <ac:spMkLst>
            <pc:docMk/>
            <pc:sldMk cId="4036720412" sldId="280"/>
            <ac:spMk id="2" creationId="{A2ADC617-2902-5E42-40AE-827701E7E8B9}"/>
          </ac:spMkLst>
        </pc:spChg>
        <pc:spChg chg="del">
          <ac:chgData name="Pratibha Bandigani" userId="967948a4a21832b4" providerId="LiveId" clId="{D46B1009-DC21-45BE-9C22-D1A6276BCD41}" dt="2025-09-25T15:19:30.993" v="181"/>
          <ac:spMkLst>
            <pc:docMk/>
            <pc:sldMk cId="4036720412" sldId="280"/>
            <ac:spMk id="3" creationId="{290AFD2C-6052-A751-EC08-EEDB884A5015}"/>
          </ac:spMkLst>
        </pc:spChg>
        <pc:graphicFrameChg chg="add mod modGraphic">
          <ac:chgData name="Pratibha Bandigani" userId="967948a4a21832b4" providerId="LiveId" clId="{D46B1009-DC21-45BE-9C22-D1A6276BCD41}" dt="2025-09-25T15:19:44.779" v="185" actId="113"/>
          <ac:graphicFrameMkLst>
            <pc:docMk/>
            <pc:sldMk cId="4036720412" sldId="280"/>
            <ac:graphicFrameMk id="4" creationId="{BB1CE719-236A-BAB7-EBF7-980D92A0E37A}"/>
          </ac:graphicFrameMkLst>
        </pc:graphicFrameChg>
      </pc:sldChg>
      <pc:sldChg chg="modSp new mod">
        <pc:chgData name="Pratibha Bandigani" userId="967948a4a21832b4" providerId="LiveId" clId="{D46B1009-DC21-45BE-9C22-D1A6276BCD41}" dt="2025-09-25T15:21:20.310" v="193" actId="20577"/>
        <pc:sldMkLst>
          <pc:docMk/>
          <pc:sldMk cId="4269240757" sldId="281"/>
        </pc:sldMkLst>
        <pc:spChg chg="mod">
          <ac:chgData name="Pratibha Bandigani" userId="967948a4a21832b4" providerId="LiveId" clId="{D46B1009-DC21-45BE-9C22-D1A6276BCD41}" dt="2025-09-25T15:20:31.655" v="187"/>
          <ac:spMkLst>
            <pc:docMk/>
            <pc:sldMk cId="4269240757" sldId="281"/>
            <ac:spMk id="2" creationId="{3B7C4AED-E426-A93A-820E-B5C81253C0F9}"/>
          </ac:spMkLst>
        </pc:spChg>
        <pc:spChg chg="mod">
          <ac:chgData name="Pratibha Bandigani" userId="967948a4a21832b4" providerId="LiveId" clId="{D46B1009-DC21-45BE-9C22-D1A6276BCD41}" dt="2025-09-25T15:21:20.310" v="193" actId="20577"/>
          <ac:spMkLst>
            <pc:docMk/>
            <pc:sldMk cId="4269240757" sldId="281"/>
            <ac:spMk id="3" creationId="{FD4487CE-3654-65BC-A7DF-05EB92646C4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25187-24C7-400B-9D5B-205297353D93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441EE-FA8C-4821-82CF-0E3D9F004FF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541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25187-24C7-400B-9D5B-205297353D93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441EE-FA8C-4821-82CF-0E3D9F004F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420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25187-24C7-400B-9D5B-205297353D93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441EE-FA8C-4821-82CF-0E3D9F004FF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5347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25187-24C7-400B-9D5B-205297353D93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441EE-FA8C-4821-82CF-0E3D9F004F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80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25187-24C7-400B-9D5B-205297353D93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441EE-FA8C-4821-82CF-0E3D9F004F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525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25187-24C7-400B-9D5B-205297353D93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441EE-FA8C-4821-82CF-0E3D9F004F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799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25187-24C7-400B-9D5B-205297353D93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441EE-FA8C-4821-82CF-0E3D9F004F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53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ED25187-24C7-400B-9D5B-205297353D93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82441EE-FA8C-4821-82CF-0E3D9F004F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982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25187-24C7-400B-9D5B-205297353D93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441EE-FA8C-4821-82CF-0E3D9F004F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061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25187-24C7-400B-9D5B-205297353D93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441EE-FA8C-4821-82CF-0E3D9F004F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928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25187-24C7-400B-9D5B-205297353D93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441EE-FA8C-4821-82CF-0E3D9F004F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71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ED25187-24C7-400B-9D5B-205297353D93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82441EE-FA8C-4821-82CF-0E3D9F004FF4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0127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4DD88-FA12-3BBE-3EED-AD8D143284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SQL DML Commands (INSERT, UPDATE, DELETE)</a:t>
            </a:r>
            <a:br>
              <a:rPr lang="en-IN" sz="2800" dirty="0"/>
            </a:br>
            <a:r>
              <a:rPr lang="en-US" sz="2800" dirty="0"/>
              <a:t>and SQL Clauses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69267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8B3F968-8046-0906-B992-EB596DBE29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1550" y="873108"/>
            <a:ext cx="9063990" cy="534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 Part of SQL used to manage data within tables.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Common DML commands:</a:t>
            </a:r>
          </a:p>
          <a:p>
            <a:r>
              <a:rPr lang="en-US" dirty="0"/>
              <a:t>INSERT – Add new records</a:t>
            </a:r>
          </a:p>
          <a:p>
            <a:r>
              <a:rPr lang="en-US" dirty="0"/>
              <a:t>UPDATE – Modify existing records</a:t>
            </a:r>
          </a:p>
          <a:p>
            <a:r>
              <a:rPr lang="en-US" dirty="0"/>
              <a:t>DELETE – Remove records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Real-World Analogy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Think of a spreadsheet: You can add rows (INSERT), edit cells (UPDATE), and remove rows (DELETE).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290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CB70D-E0BF-3F46-2380-06EBEBFCA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INSERT – Add One Record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A7305-06CD-3EF0-6F6A-21D309EFC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INSERT INTO </a:t>
            </a:r>
            <a:r>
              <a:rPr lang="en-US" dirty="0" err="1"/>
              <a:t>table_name</a:t>
            </a:r>
            <a:r>
              <a:rPr lang="en-US" dirty="0"/>
              <a:t> (column1, column2, ...)</a:t>
            </a:r>
          </a:p>
          <a:p>
            <a:pPr marL="0" indent="0">
              <a:buNone/>
            </a:pPr>
            <a:r>
              <a:rPr lang="en-US" dirty="0"/>
              <a:t>VALUES (value1, value2, ...);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INSERT INTO Students (ID, Name, Age)</a:t>
            </a:r>
          </a:p>
          <a:p>
            <a:pPr marL="0" indent="0">
              <a:buNone/>
            </a:pPr>
            <a:r>
              <a:rPr lang="en-US" dirty="0"/>
              <a:t>VALUES (1, 'Ravi', 20);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Explanation</a:t>
            </a:r>
            <a:r>
              <a:rPr lang="en-US" dirty="0"/>
              <a:t>:</a:t>
            </a:r>
          </a:p>
          <a:p>
            <a:r>
              <a:rPr lang="en-US" dirty="0"/>
              <a:t>Column list and values must match in order and count.</a:t>
            </a:r>
          </a:p>
          <a:p>
            <a:r>
              <a:rPr lang="en-US" dirty="0"/>
              <a:t>Strings are enclosed in single quotes.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2157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071FB-B726-7E1C-4FA0-701266172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INSERT – Add Multiple Records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D1610-D299-57B4-DC21-575AC0A72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n-NO" dirty="0"/>
              <a:t>INSERT INTO table_name (column1, column2, ...)</a:t>
            </a:r>
          </a:p>
          <a:p>
            <a:pPr marL="0" indent="0">
              <a:buNone/>
            </a:pPr>
            <a:r>
              <a:rPr lang="nn-NO" dirty="0"/>
              <a:t>VALUES </a:t>
            </a:r>
          </a:p>
          <a:p>
            <a:pPr marL="0" indent="0">
              <a:buNone/>
            </a:pPr>
            <a:r>
              <a:rPr lang="nn-NO" dirty="0"/>
              <a:t>  (val1, val2, ...),</a:t>
            </a:r>
          </a:p>
          <a:p>
            <a:pPr marL="0" indent="0">
              <a:buNone/>
            </a:pPr>
            <a:r>
              <a:rPr lang="nn-NO" dirty="0"/>
              <a:t>  (val3, val4, ...);</a:t>
            </a:r>
            <a:br>
              <a:rPr lang="nn-NO" dirty="0"/>
            </a:br>
            <a:br>
              <a:rPr lang="nn-NO" dirty="0"/>
            </a:br>
            <a:r>
              <a:rPr lang="en-US" dirty="0"/>
              <a:t>INSERT INTO Students (ID, Name, Age)</a:t>
            </a:r>
          </a:p>
          <a:p>
            <a:pPr marL="0" indent="0">
              <a:buNone/>
            </a:pPr>
            <a:r>
              <a:rPr lang="en-US" dirty="0"/>
              <a:t>VALUES </a:t>
            </a:r>
          </a:p>
          <a:p>
            <a:pPr marL="0" indent="0">
              <a:buNone/>
            </a:pPr>
            <a:r>
              <a:rPr lang="en-US" dirty="0"/>
              <a:t> (2, 'Priya', 19),</a:t>
            </a:r>
          </a:p>
          <a:p>
            <a:pPr marL="0" indent="0">
              <a:buNone/>
            </a:pPr>
            <a:r>
              <a:rPr lang="en-US" dirty="0"/>
              <a:t> (3, 'Karan', 21);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Efficient for adding multiple records in a single query.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4257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AB4AA-7D67-1833-7946-11BA1EADF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UPDATE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9CCD6-C213-A383-9F92-003966FBA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UPDATE </a:t>
            </a:r>
            <a:r>
              <a:rPr lang="en-US" dirty="0" err="1"/>
              <a:t>table_name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SET column1 = value;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UPDATE Students</a:t>
            </a:r>
          </a:p>
          <a:p>
            <a:pPr marL="0" indent="0">
              <a:buNone/>
            </a:pPr>
            <a:r>
              <a:rPr lang="en-US" dirty="0"/>
              <a:t>SET Age = 22;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UPDATE </a:t>
            </a:r>
            <a:r>
              <a:rPr lang="en-US" dirty="0" err="1"/>
              <a:t>table_name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SET column1 = value1,</a:t>
            </a:r>
          </a:p>
          <a:p>
            <a:pPr marL="0" indent="0">
              <a:buNone/>
            </a:pPr>
            <a:r>
              <a:rPr lang="en-US" dirty="0"/>
              <a:t>    column2 = value2</a:t>
            </a:r>
            <a:br>
              <a:rPr lang="en-US" dirty="0"/>
            </a:br>
            <a:br>
              <a:rPr lang="en-US" dirty="0"/>
            </a:br>
            <a:r>
              <a:rPr lang="en-US" dirty="0"/>
              <a:t>UPDATE Students</a:t>
            </a:r>
          </a:p>
          <a:p>
            <a:pPr marL="0" indent="0">
              <a:buNone/>
            </a:pPr>
            <a:r>
              <a:rPr lang="en-US" dirty="0"/>
              <a:t>SET Name = 'Rahul', Age = 23</a:t>
            </a:r>
          </a:p>
        </p:txBody>
      </p:sp>
    </p:spTree>
    <p:extLst>
      <p:ext uri="{BB962C8B-B14F-4D97-AF65-F5344CB8AC3E}">
        <p14:creationId xmlns:p14="http://schemas.microsoft.com/office/powerpoint/2010/main" val="172776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93074-C993-D259-47AA-36F4A519F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DELETE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2FA7F-B4AB-4E2B-EAB0-99B25E9B4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DELETE FROM </a:t>
            </a:r>
            <a:r>
              <a:rPr lang="en-IN" dirty="0" err="1"/>
              <a:t>table_name</a:t>
            </a:r>
            <a:r>
              <a:rPr lang="en-IN" dirty="0"/>
              <a:t> ;</a:t>
            </a:r>
          </a:p>
          <a:p>
            <a:r>
              <a:rPr lang="en-IN" dirty="0"/>
              <a:t>DELETE FROM Students;</a:t>
            </a:r>
          </a:p>
          <a:p>
            <a:endParaRPr lang="en-IN" dirty="0"/>
          </a:p>
          <a:p>
            <a:pPr marL="0" indent="0">
              <a:buNone/>
            </a:pPr>
            <a:br>
              <a:rPr lang="en-IN" dirty="0"/>
            </a:br>
            <a:r>
              <a:rPr lang="en-US" b="1" dirty="0"/>
              <a:t>Explanation</a:t>
            </a:r>
            <a:r>
              <a:rPr lang="en-US" dirty="0"/>
              <a:t>:</a:t>
            </a:r>
          </a:p>
          <a:p>
            <a:r>
              <a:rPr lang="en-US" dirty="0"/>
              <a:t>Removes </a:t>
            </a:r>
            <a:r>
              <a:rPr lang="en-US" b="1" dirty="0"/>
              <a:t>all data</a:t>
            </a:r>
            <a:r>
              <a:rPr lang="en-US" dirty="0"/>
              <a:t>, but keeps the table structure.</a:t>
            </a:r>
          </a:p>
          <a:p>
            <a:r>
              <a:rPr lang="en-IN" b="1" dirty="0"/>
              <a:t>Alternative</a:t>
            </a:r>
            <a:r>
              <a:rPr lang="en-IN" dirty="0"/>
              <a:t>:</a:t>
            </a:r>
            <a:br>
              <a:rPr lang="en-US" dirty="0"/>
            </a:br>
            <a:r>
              <a:rPr lang="en-US" dirty="0"/>
              <a:t>TRUNCATE TABLE </a:t>
            </a:r>
            <a:r>
              <a:rPr lang="en-US" dirty="0" err="1"/>
              <a:t>table_name</a:t>
            </a:r>
            <a:r>
              <a:rPr lang="en-US" dirty="0"/>
              <a:t>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6598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5FD8BD-CA10-2546-84D2-C87930CE68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9546" y="2286001"/>
            <a:ext cx="8776024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982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47C8C-586E-9443-1B76-6EAAD74CD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SQL Clause?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087BC-80CC-B05D-0ABF-0867EBCCC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Definition</a:t>
            </a:r>
            <a:r>
              <a:rPr lang="en-US" dirty="0"/>
              <a:t>:</a:t>
            </a:r>
          </a:p>
          <a:p>
            <a:r>
              <a:rPr lang="en-US" dirty="0"/>
              <a:t>A </a:t>
            </a:r>
            <a:r>
              <a:rPr lang="en-US" b="1" dirty="0"/>
              <a:t>clause</a:t>
            </a:r>
            <a:r>
              <a:rPr lang="en-US" dirty="0"/>
              <a:t> is a component of SQL statements used to specify conditions, filters, or structure.</a:t>
            </a:r>
          </a:p>
          <a:p>
            <a:r>
              <a:rPr lang="en-US" dirty="0"/>
              <a:t>Clauses help narrow down or control the result of SQL operations.</a:t>
            </a:r>
          </a:p>
          <a:p>
            <a:pPr marL="0" indent="0">
              <a:buNone/>
            </a:pPr>
            <a:r>
              <a:rPr lang="en-US" b="1" dirty="0"/>
              <a:t>Common Clauses</a:t>
            </a:r>
            <a:r>
              <a:rPr lang="en-US" dirty="0"/>
              <a:t>:</a:t>
            </a:r>
          </a:p>
          <a:p>
            <a:r>
              <a:rPr lang="en-US" dirty="0"/>
              <a:t>WHERE</a:t>
            </a:r>
          </a:p>
          <a:p>
            <a:r>
              <a:rPr lang="en-US" dirty="0"/>
              <a:t>ORDER BY</a:t>
            </a:r>
          </a:p>
          <a:p>
            <a:r>
              <a:rPr lang="en-US" dirty="0"/>
              <a:t>GROUP BY</a:t>
            </a:r>
          </a:p>
          <a:p>
            <a:r>
              <a:rPr lang="en-US" dirty="0"/>
              <a:t>HAVING</a:t>
            </a:r>
          </a:p>
          <a:p>
            <a:r>
              <a:rPr lang="en-US" dirty="0"/>
              <a:t>LIMIT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8176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5B38C-9E1D-337D-0DD4-034C5F763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WHERE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CC582-C951-7409-AE35-17679B62D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Purpose</a:t>
            </a:r>
            <a:r>
              <a:rPr lang="en-US" dirty="0"/>
              <a:t>: Filters records based on specific conditions.</a:t>
            </a:r>
          </a:p>
          <a:p>
            <a:pPr marL="0" indent="0">
              <a:buNone/>
            </a:pPr>
            <a:r>
              <a:rPr lang="en-US" dirty="0"/>
              <a:t>SELECT * FROM </a:t>
            </a:r>
            <a:r>
              <a:rPr lang="en-US" dirty="0" err="1"/>
              <a:t>table_name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WHERE condition;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SELECT * FROM Students</a:t>
            </a:r>
          </a:p>
          <a:p>
            <a:pPr marL="0" indent="0">
              <a:buNone/>
            </a:pPr>
            <a:r>
              <a:rPr lang="en-US" dirty="0"/>
              <a:t>WHERE Age &gt; 20;</a:t>
            </a:r>
          </a:p>
          <a:p>
            <a:endParaRPr lang="en-US" dirty="0"/>
          </a:p>
          <a:p>
            <a:r>
              <a:rPr lang="en-US" b="1" dirty="0"/>
              <a:t>Explanation</a:t>
            </a:r>
            <a:r>
              <a:rPr lang="en-US" dirty="0"/>
              <a:t>:</a:t>
            </a:r>
          </a:p>
          <a:p>
            <a:r>
              <a:rPr lang="en-US" dirty="0"/>
              <a:t>Only returns records where the condition is true.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5705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79FFA-F820-8D5E-A548-C53FFB2AE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WHERE with BETWEEN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49E0F-DD5B-E58B-BD52-33C06A9A9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✅ Explanation:</a:t>
            </a:r>
          </a:p>
          <a:p>
            <a:r>
              <a:rPr lang="en-US" dirty="0"/>
              <a:t>Includes boundary values (18 and 22)</a:t>
            </a:r>
          </a:p>
          <a:p>
            <a:r>
              <a:rPr lang="en-US" dirty="0"/>
              <a:t>Equivalent to: Age &gt;= 18 AND Age &lt;= 22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1510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C7823-3317-FA09-3B8E-B49B21465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WHERE with LIKE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2FFC9-9645-BBCC-5934-C1BBD29E9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✅ Explanation:</a:t>
            </a:r>
          </a:p>
          <a:p>
            <a:r>
              <a:rPr lang="en-US" dirty="0"/>
              <a:t>'A%': Names starting with A</a:t>
            </a:r>
          </a:p>
          <a:p>
            <a:r>
              <a:rPr lang="en-US" dirty="0"/>
              <a:t>'__a%': Names where third letter is 'a'</a:t>
            </a:r>
          </a:p>
          <a:p>
            <a:r>
              <a:rPr lang="en-US" dirty="0"/>
              <a:t>'%son': Names ending in 'son'</a:t>
            </a:r>
          </a:p>
          <a:p>
            <a:r>
              <a:rPr lang="en-US" b="1" dirty="0"/>
              <a:t> Wildcards:</a:t>
            </a:r>
          </a:p>
          <a:p>
            <a:r>
              <a:rPr lang="en-US" dirty="0"/>
              <a:t>% = any number of characters</a:t>
            </a:r>
          </a:p>
          <a:p>
            <a:r>
              <a:rPr lang="en-US" dirty="0"/>
              <a:t>_ = exactly one character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991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B1CE719-236A-BAB7-EBF7-980D92A0E3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9993062"/>
              </p:ext>
            </p:extLst>
          </p:nvPr>
        </p:nvGraphicFramePr>
        <p:xfrm>
          <a:off x="1097280" y="2286000"/>
          <a:ext cx="10058400" cy="228600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589129599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76057125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9257393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Usage 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195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AND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WHERE Age &gt; 18 AND Gender = 'Male'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Both conditions must be 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17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OR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WHERE Age &lt; 18 OR Age &gt; 25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At least one is 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8196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NOT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WHERE NOT Gender = 'Female'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Negates the condition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4654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6720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21D57-65E8-7ED6-F932-9256B93B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WHERE with 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265E0-97A2-A6ED-7CA0-8C748F488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✅ Explanation:</a:t>
            </a:r>
          </a:p>
          <a:p>
            <a:r>
              <a:rPr lang="en-US" dirty="0"/>
              <a:t>Filters students in either Science or Arts.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803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CDA62-8D4F-4A39-279B-88AAF3D3D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with IS NULL / IS NOT NULL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73944-74E6-A5FB-D1B2-BC1F06D22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Explanation:</a:t>
            </a:r>
          </a:p>
          <a:p>
            <a:r>
              <a:rPr lang="en-US" dirty="0"/>
              <a:t>Checks if a column value is missing.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4410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C4AED-E426-A93A-820E-B5C81253C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Assignment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487CE-3654-65BC-A7DF-05EB92646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Table: Employees( EmpID, Name, Age, Department, Salary)</a:t>
            </a:r>
          </a:p>
          <a:p>
            <a:br>
              <a:rPr lang="en-US" dirty="0"/>
            </a:br>
            <a:r>
              <a:rPr lang="en-US" b="1" dirty="0"/>
              <a:t>Tasks: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Select employees between 25 and 35 years old.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Find names that start with 'J'.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Show employees with NULL salary values.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List employees from 'HR' or 'Finance'.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Show employees </a:t>
            </a:r>
            <a:r>
              <a:rPr lang="en-US" b="1" dirty="0"/>
              <a:t>not</a:t>
            </a:r>
            <a:r>
              <a:rPr lang="en-US" dirty="0"/>
              <a:t> in the 'Sales' department.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9240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6A353-9172-EB41-6E81-877873ABA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ORDER BY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1B0DD-01CE-CF31-EFCC-800782587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Purpose</a:t>
            </a:r>
            <a:r>
              <a:rPr lang="en-US" dirty="0"/>
              <a:t>: Sorts the result in ascending or descending order.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SELECT * FROM </a:t>
            </a:r>
            <a:r>
              <a:rPr lang="en-US" dirty="0" err="1"/>
              <a:t>table_name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ORDER BY </a:t>
            </a:r>
            <a:r>
              <a:rPr lang="en-US" dirty="0" err="1"/>
              <a:t>column_name</a:t>
            </a:r>
            <a:r>
              <a:rPr lang="en-US" dirty="0"/>
              <a:t> ASC|DESC;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SELECT * FROM Students</a:t>
            </a:r>
          </a:p>
          <a:p>
            <a:pPr marL="0" indent="0">
              <a:buNone/>
            </a:pPr>
            <a:r>
              <a:rPr lang="en-US" dirty="0"/>
              <a:t>ORDER BY Age DESC;</a:t>
            </a:r>
            <a:br>
              <a:rPr lang="en-US" dirty="0"/>
            </a:br>
            <a:br>
              <a:rPr lang="en-US" dirty="0"/>
            </a:br>
            <a:r>
              <a:rPr lang="en-IN" b="1" dirty="0"/>
              <a:t>Explanation</a:t>
            </a:r>
            <a:r>
              <a:rPr lang="en-IN" dirty="0"/>
              <a:t>:</a:t>
            </a:r>
          </a:p>
          <a:p>
            <a:r>
              <a:rPr lang="en-IN" dirty="0"/>
              <a:t>ASC = ascending (default), DESC = descending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6853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B1E65-37C2-583E-3997-59374312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GROUP BY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F0E06-6AF9-9071-BA26-E6B8673FA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71969"/>
            <a:ext cx="8596668" cy="388077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Purpose</a:t>
            </a:r>
            <a:r>
              <a:rPr lang="en-US" dirty="0"/>
              <a:t>: Groups rows that have the same values in specified columns.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column_name</a:t>
            </a:r>
            <a:r>
              <a:rPr lang="en-US" dirty="0"/>
              <a:t>, COUNT(*)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table_name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GROUP BY </a:t>
            </a:r>
            <a:r>
              <a:rPr lang="en-US" dirty="0" err="1"/>
              <a:t>column_name</a:t>
            </a:r>
            <a:r>
              <a:rPr lang="en-US" dirty="0"/>
              <a:t>;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SELECT Department, COUNT(*)</a:t>
            </a:r>
          </a:p>
          <a:p>
            <a:pPr marL="0" indent="0">
              <a:buNone/>
            </a:pPr>
            <a:r>
              <a:rPr lang="en-US" dirty="0"/>
              <a:t>FROM Employees</a:t>
            </a:r>
          </a:p>
          <a:p>
            <a:pPr marL="0" indent="0">
              <a:buNone/>
            </a:pPr>
            <a:r>
              <a:rPr lang="en-US" dirty="0"/>
              <a:t>GROUP BY Department;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Explanation</a:t>
            </a:r>
            <a:r>
              <a:rPr lang="en-US" dirty="0"/>
              <a:t>:</a:t>
            </a:r>
          </a:p>
          <a:p>
            <a:r>
              <a:rPr lang="en-US" dirty="0"/>
              <a:t>Useful with aggregate functions like COUNT(), SUM(), AVG()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4628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3A29B-5785-5052-A4AF-577D5982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HAVING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E8B53-C52E-FEC7-13B6-AD160A7E8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Purpose</a:t>
            </a:r>
            <a:r>
              <a:rPr lang="en-US" dirty="0"/>
              <a:t>: Filters groups created by GROUP BY.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column_name</a:t>
            </a:r>
            <a:r>
              <a:rPr lang="en-US" dirty="0"/>
              <a:t>, COUNT(*)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table_name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GROUP BY </a:t>
            </a:r>
            <a:r>
              <a:rPr lang="en-US" dirty="0" err="1"/>
              <a:t>column_name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HAVING COUNT(*) &gt; value;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SELECT Department, COUNT(*)</a:t>
            </a:r>
          </a:p>
          <a:p>
            <a:pPr marL="0" indent="0">
              <a:buNone/>
            </a:pPr>
            <a:r>
              <a:rPr lang="en-US" dirty="0"/>
              <a:t>FROM Employees</a:t>
            </a:r>
          </a:p>
          <a:p>
            <a:pPr marL="0" indent="0">
              <a:buNone/>
            </a:pPr>
            <a:r>
              <a:rPr lang="en-US" dirty="0"/>
              <a:t>GROUP BY Department</a:t>
            </a:r>
          </a:p>
          <a:p>
            <a:pPr marL="0" indent="0">
              <a:buNone/>
            </a:pPr>
            <a:r>
              <a:rPr lang="en-US" dirty="0"/>
              <a:t>HAVING COUNT(*) &gt; 5;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b="1" dirty="0"/>
              <a:t>Explanation</a:t>
            </a:r>
            <a:r>
              <a:rPr lang="en-US" dirty="0"/>
              <a:t>:</a:t>
            </a:r>
          </a:p>
          <a:p>
            <a:r>
              <a:rPr lang="en-US" dirty="0"/>
              <a:t>WHERE filters rows </a:t>
            </a:r>
            <a:r>
              <a:rPr lang="en-US" b="1" dirty="0"/>
              <a:t>before grouping</a:t>
            </a:r>
            <a:r>
              <a:rPr lang="en-US" dirty="0"/>
              <a:t>, HAVING filters </a:t>
            </a:r>
            <a:r>
              <a:rPr lang="en-US" b="1" dirty="0"/>
              <a:t>after grouping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18976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C4843-855F-7457-4882-FD917C6A6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9D2A9-EB36-F117-6278-E39831112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Purpose</a:t>
            </a:r>
            <a:r>
              <a:rPr lang="en-US" dirty="0"/>
              <a:t>: Restricts the number of rows returned.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SELECT * FROM </a:t>
            </a:r>
            <a:r>
              <a:rPr lang="en-US" dirty="0" err="1"/>
              <a:t>table_name</a:t>
            </a:r>
            <a:r>
              <a:rPr lang="en-US" dirty="0"/>
              <a:t> LIMIT number;</a:t>
            </a:r>
          </a:p>
          <a:p>
            <a:pPr marL="0" indent="0">
              <a:buNone/>
            </a:pPr>
            <a:r>
              <a:rPr lang="en-US" dirty="0"/>
              <a:t>SELECT * FROM Students</a:t>
            </a:r>
          </a:p>
          <a:p>
            <a:pPr marL="0" indent="0">
              <a:buNone/>
            </a:pPr>
            <a:r>
              <a:rPr lang="en-US" dirty="0"/>
              <a:t>LIMIT 3;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Explanation</a:t>
            </a:r>
            <a:r>
              <a:rPr lang="en-US" dirty="0"/>
              <a:t>:</a:t>
            </a:r>
          </a:p>
          <a:p>
            <a:r>
              <a:rPr lang="en-US" dirty="0"/>
              <a:t>Returns the first N rows.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5400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15D61-B97D-31A5-919E-3E124D070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Combining Clauses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11ACF-9219-CE3E-389E-DBC671394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SELECT</a:t>
            </a:r>
            <a:r>
              <a:rPr lang="en-US" dirty="0"/>
              <a:t> Department, AVG(Salary) AS </a:t>
            </a:r>
            <a:r>
              <a:rPr lang="en-US" dirty="0" err="1"/>
              <a:t>AvgSalary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FROM</a:t>
            </a:r>
            <a:r>
              <a:rPr lang="en-US" dirty="0"/>
              <a:t> Employees</a:t>
            </a:r>
          </a:p>
          <a:p>
            <a:pPr marL="0" indent="0">
              <a:buNone/>
            </a:pPr>
            <a:r>
              <a:rPr lang="en-US" b="1" dirty="0"/>
              <a:t>WHERE</a:t>
            </a:r>
            <a:r>
              <a:rPr lang="en-US" dirty="0"/>
              <a:t> Age &gt; 25</a:t>
            </a:r>
          </a:p>
          <a:p>
            <a:pPr marL="0" indent="0">
              <a:buNone/>
            </a:pPr>
            <a:r>
              <a:rPr lang="en-US" b="1" dirty="0"/>
              <a:t>GROUP</a:t>
            </a:r>
            <a:r>
              <a:rPr lang="en-US" dirty="0"/>
              <a:t> </a:t>
            </a:r>
            <a:r>
              <a:rPr lang="en-US" b="1" dirty="0"/>
              <a:t>BY</a:t>
            </a:r>
            <a:r>
              <a:rPr lang="en-US" dirty="0"/>
              <a:t> Department</a:t>
            </a:r>
          </a:p>
          <a:p>
            <a:pPr marL="0" indent="0">
              <a:buNone/>
            </a:pPr>
            <a:r>
              <a:rPr lang="en-US" b="1" dirty="0"/>
              <a:t>HAVING</a:t>
            </a:r>
            <a:r>
              <a:rPr lang="en-US" dirty="0"/>
              <a:t> AVG(Salary) &gt; 50000</a:t>
            </a:r>
          </a:p>
          <a:p>
            <a:pPr marL="0" indent="0">
              <a:buNone/>
            </a:pPr>
            <a:r>
              <a:rPr lang="en-US" b="1" dirty="0"/>
              <a:t>ORDER</a:t>
            </a:r>
            <a:r>
              <a:rPr lang="en-US" dirty="0"/>
              <a:t> </a:t>
            </a:r>
            <a:r>
              <a:rPr lang="en-US" b="1" dirty="0"/>
              <a:t>BY</a:t>
            </a:r>
            <a:r>
              <a:rPr lang="en-US" dirty="0"/>
              <a:t> </a:t>
            </a:r>
            <a:r>
              <a:rPr lang="en-US" dirty="0" err="1"/>
              <a:t>AvgSalary</a:t>
            </a:r>
            <a:r>
              <a:rPr lang="en-US" dirty="0"/>
              <a:t> DESC</a:t>
            </a:r>
          </a:p>
          <a:p>
            <a:pPr marL="0" indent="0">
              <a:buNone/>
            </a:pPr>
            <a:r>
              <a:rPr lang="en-US" b="1" dirty="0"/>
              <a:t>LIMIT</a:t>
            </a:r>
            <a:r>
              <a:rPr lang="en-US" dirty="0"/>
              <a:t> 3;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19793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1BCD8-0CDC-46DA-C982-B1072824F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Queries Are Not Executed Top-Down as Written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1234B-6D25-CC45-5E36-6EEB0F2BF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...</a:t>
            </a:r>
          </a:p>
          <a:p>
            <a:r>
              <a:rPr lang="en-US" dirty="0"/>
              <a:t>FROM ...</a:t>
            </a:r>
          </a:p>
          <a:p>
            <a:r>
              <a:rPr lang="en-US" dirty="0"/>
              <a:t>WHERE ...</a:t>
            </a:r>
          </a:p>
          <a:p>
            <a:r>
              <a:rPr lang="en-US" dirty="0"/>
              <a:t>GROUP BY ...</a:t>
            </a:r>
          </a:p>
          <a:p>
            <a:r>
              <a:rPr lang="en-US" dirty="0"/>
              <a:t>HAVING ...</a:t>
            </a:r>
          </a:p>
          <a:p>
            <a:r>
              <a:rPr lang="en-US" dirty="0"/>
              <a:t>ORDER BY ...</a:t>
            </a:r>
          </a:p>
          <a:p>
            <a:r>
              <a:rPr lang="en-US" dirty="0"/>
              <a:t>LIMIT ...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3981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6A444-3CC4-0D8D-7F23-3F1A481ED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Actual SQL Execution Order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FB0E9C-1995-09FF-8BF2-DA30AC223C3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4152" y="2160588"/>
          <a:ext cx="7763733" cy="3881436"/>
        </p:xfrm>
        <a:graphic>
          <a:graphicData uri="http://schemas.openxmlformats.org/drawingml/2006/table">
            <a:tbl>
              <a:tblPr/>
              <a:tblGrid>
                <a:gridCol w="2587911">
                  <a:extLst>
                    <a:ext uri="{9D8B030D-6E8A-4147-A177-3AD203B41FA5}">
                      <a16:colId xmlns:a16="http://schemas.microsoft.com/office/drawing/2014/main" val="4098963683"/>
                    </a:ext>
                  </a:extLst>
                </a:gridCol>
                <a:gridCol w="2587911">
                  <a:extLst>
                    <a:ext uri="{9D8B030D-6E8A-4147-A177-3AD203B41FA5}">
                      <a16:colId xmlns:a16="http://schemas.microsoft.com/office/drawing/2014/main" val="4114925847"/>
                    </a:ext>
                  </a:extLst>
                </a:gridCol>
                <a:gridCol w="2587911">
                  <a:extLst>
                    <a:ext uri="{9D8B030D-6E8A-4147-A177-3AD203B41FA5}">
                      <a16:colId xmlns:a16="http://schemas.microsoft.com/office/drawing/2014/main" val="399906388"/>
                    </a:ext>
                  </a:extLst>
                </a:gridCol>
              </a:tblGrid>
              <a:tr h="33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Step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Clause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Purpose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850705"/>
                  </a:ext>
                </a:extLst>
              </a:tr>
              <a:tr h="578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FROM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Identify the table(s) involved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1720632"/>
                  </a:ext>
                </a:extLst>
              </a:tr>
              <a:tr h="578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2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WHERE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Filter rows based on conditions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759256"/>
                  </a:ext>
                </a:extLst>
              </a:tr>
              <a:tr h="33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3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GROUP BY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Group filtered rows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570982"/>
                  </a:ext>
                </a:extLst>
              </a:tr>
              <a:tr h="33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4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HAVING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Filter the grouped results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081093"/>
                  </a:ext>
                </a:extLst>
              </a:tr>
              <a:tr h="8258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5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SELECT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Choose the columns/expressions to return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725829"/>
                  </a:ext>
                </a:extLst>
              </a:tr>
              <a:tr h="33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6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ORDER BY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Sort the final result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195660"/>
                  </a:ext>
                </a:extLst>
              </a:tr>
              <a:tr h="578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7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LIMIT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Restrict the number of rows shown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596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46620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2CC14-DB26-8667-282D-83194454B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617789"/>
            <a:ext cx="8596668" cy="3880773"/>
          </a:xfrm>
        </p:spPr>
        <p:txBody>
          <a:bodyPr/>
          <a:lstStyle/>
          <a:p>
            <a:r>
              <a:rPr lang="en-US" b="1" dirty="0"/>
              <a:t>Execution Order Behind the Scenes</a:t>
            </a:r>
            <a:r>
              <a:rPr lang="en-US" dirty="0"/>
              <a:t>:</a:t>
            </a:r>
          </a:p>
          <a:p>
            <a:r>
              <a:rPr lang="en-US" b="1" dirty="0"/>
              <a:t>FROM Employees</a:t>
            </a:r>
            <a:r>
              <a:rPr lang="en-US" dirty="0"/>
              <a:t> → get the data</a:t>
            </a:r>
          </a:p>
          <a:p>
            <a:r>
              <a:rPr lang="en-US" b="1" dirty="0"/>
              <a:t>WHERE Age &gt; 30</a:t>
            </a:r>
            <a:r>
              <a:rPr lang="en-US" dirty="0"/>
              <a:t> → filter only those employees</a:t>
            </a:r>
          </a:p>
          <a:p>
            <a:r>
              <a:rPr lang="en-US" b="1" dirty="0"/>
              <a:t>GROUP BY Department</a:t>
            </a:r>
            <a:r>
              <a:rPr lang="en-US" dirty="0"/>
              <a:t> → group the remaining rows</a:t>
            </a:r>
          </a:p>
          <a:p>
            <a:r>
              <a:rPr lang="en-US" b="1" dirty="0"/>
              <a:t>HAVING AVG(Salary) &gt; 50000</a:t>
            </a:r>
            <a:r>
              <a:rPr lang="en-US" dirty="0"/>
              <a:t> → filter groups</a:t>
            </a:r>
          </a:p>
          <a:p>
            <a:r>
              <a:rPr lang="en-US" b="1" dirty="0"/>
              <a:t>SELECT Department, AVG(Salary)</a:t>
            </a:r>
            <a:r>
              <a:rPr lang="en-US" dirty="0"/>
              <a:t> → return selected fields</a:t>
            </a:r>
          </a:p>
          <a:p>
            <a:r>
              <a:rPr lang="en-US" b="1" dirty="0"/>
              <a:t>ORDER BY AVG(Salary) DESC</a:t>
            </a:r>
            <a:r>
              <a:rPr lang="en-US" dirty="0"/>
              <a:t> → sort</a:t>
            </a:r>
          </a:p>
          <a:p>
            <a:r>
              <a:rPr lang="en-US" b="1" dirty="0"/>
              <a:t>LIMIT 3</a:t>
            </a:r>
            <a:r>
              <a:rPr lang="en-US" dirty="0"/>
              <a:t> → return top 3 departments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640B24-64DD-EF3F-2CB9-936C86C32E17}"/>
              </a:ext>
            </a:extLst>
          </p:cNvPr>
          <p:cNvSpPr txBox="1"/>
          <p:nvPr/>
        </p:nvSpPr>
        <p:spPr>
          <a:xfrm>
            <a:off x="677334" y="586464"/>
            <a:ext cx="61036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Department, AVG(Salary)</a:t>
            </a:r>
          </a:p>
          <a:p>
            <a:r>
              <a:rPr lang="en-US" dirty="0"/>
              <a:t>FROM Employees</a:t>
            </a:r>
          </a:p>
          <a:p>
            <a:r>
              <a:rPr lang="en-US" dirty="0"/>
              <a:t>WHERE Age &gt; 30</a:t>
            </a:r>
          </a:p>
          <a:p>
            <a:r>
              <a:rPr lang="en-US" dirty="0"/>
              <a:t>GROUP BY Department</a:t>
            </a:r>
          </a:p>
          <a:p>
            <a:r>
              <a:rPr lang="en-US" dirty="0"/>
              <a:t>HAVING AVG(Salary) &gt; 50000</a:t>
            </a:r>
          </a:p>
          <a:p>
            <a:r>
              <a:rPr lang="en-US" dirty="0"/>
              <a:t>ORDER BY AVG(Salary) DESC</a:t>
            </a:r>
          </a:p>
          <a:p>
            <a:r>
              <a:rPr lang="en-US" dirty="0"/>
              <a:t>LIMIT 3;</a:t>
            </a:r>
          </a:p>
        </p:txBody>
      </p:sp>
    </p:spTree>
    <p:extLst>
      <p:ext uri="{BB962C8B-B14F-4D97-AF65-F5344CB8AC3E}">
        <p14:creationId xmlns:p14="http://schemas.microsoft.com/office/powerpoint/2010/main" val="2169050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E58B6-750B-179A-0913-676F13ED0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3DE41-FD39-F799-D730-D189A783A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Task</a:t>
            </a:r>
            <a:r>
              <a:rPr lang="en-US" dirty="0"/>
              <a:t>: Use the table Books(</a:t>
            </a:r>
            <a:r>
              <a:rPr lang="en-US" dirty="0" err="1"/>
              <a:t>BookID</a:t>
            </a:r>
            <a:r>
              <a:rPr lang="en-US" dirty="0"/>
              <a:t>, Title, Author, Price)</a:t>
            </a:r>
            <a:br>
              <a:rPr lang="en-US" dirty="0"/>
            </a:br>
            <a:r>
              <a:rPr lang="en-US" b="1" dirty="0"/>
              <a:t>Part A: INSERT</a:t>
            </a:r>
            <a:endParaRPr lang="en-US" dirty="0"/>
          </a:p>
          <a:p>
            <a:r>
              <a:rPr lang="en-US" dirty="0"/>
              <a:t>Add 3 books of your choice.</a:t>
            </a:r>
          </a:p>
          <a:p>
            <a:r>
              <a:rPr lang="en-US" b="1" dirty="0"/>
              <a:t>Part B: UPDATE</a:t>
            </a:r>
            <a:br>
              <a:rPr lang="en-US" dirty="0"/>
            </a:br>
            <a:r>
              <a:rPr lang="en-US" dirty="0"/>
              <a:t>2. Update the price of one book.</a:t>
            </a:r>
            <a:br>
              <a:rPr lang="en-US" dirty="0"/>
            </a:br>
            <a:r>
              <a:rPr lang="en-US" dirty="0"/>
              <a:t>3. Change the author of another book.</a:t>
            </a:r>
          </a:p>
          <a:p>
            <a:r>
              <a:rPr lang="en-US" b="1" dirty="0"/>
              <a:t>Part C: DELETE</a:t>
            </a:r>
            <a:br>
              <a:rPr lang="en-US" dirty="0"/>
            </a:br>
            <a:r>
              <a:rPr lang="en-US" dirty="0"/>
              <a:t>4. Delete a book with price greater than 500.</a:t>
            </a:r>
          </a:p>
          <a:p>
            <a:r>
              <a:rPr lang="en-US" b="1" dirty="0"/>
              <a:t>Bonus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5. Insert 2 more books in a single command.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66754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E7D46-4055-8F12-1EDE-2057F3672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  <a:p>
            <a:pPr marL="0" indent="0">
              <a:buNone/>
            </a:pPr>
            <a:r>
              <a:rPr lang="en-US" dirty="0"/>
              <a:t>✅ INSERT is used to add new data</a:t>
            </a:r>
            <a:br>
              <a:rPr lang="en-US" dirty="0"/>
            </a:br>
            <a:r>
              <a:rPr lang="en-US" dirty="0"/>
              <a:t>✅ UPDATE modifies existing rows</a:t>
            </a:r>
            <a:br>
              <a:rPr lang="en-US" dirty="0"/>
            </a:br>
            <a:r>
              <a:rPr lang="en-US" dirty="0"/>
              <a:t>✅ DELETE removes data based on condition</a:t>
            </a:r>
            <a:br>
              <a:rPr lang="en-US" dirty="0"/>
            </a:br>
            <a:r>
              <a:rPr lang="en-US" dirty="0"/>
              <a:t>✅ TRUNCATE clears the entire table quickly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561070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</TotalTime>
  <Words>1127</Words>
  <Application>Microsoft Office PowerPoint</Application>
  <PresentationFormat>Widescreen</PresentationFormat>
  <Paragraphs>195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Courier New</vt:lpstr>
      <vt:lpstr>Retrospect</vt:lpstr>
      <vt:lpstr>SQL DML Commands (INSERT, UPDATE, DELETE) and SQL Clauses</vt:lpstr>
      <vt:lpstr>PowerPoint Presentation</vt:lpstr>
      <vt:lpstr>INSERT – Add One Record</vt:lpstr>
      <vt:lpstr>INSERT – Add Multiple Records</vt:lpstr>
      <vt:lpstr>UPDATE Command</vt:lpstr>
      <vt:lpstr>DELETE Command</vt:lpstr>
      <vt:lpstr>PowerPoint Presentation</vt:lpstr>
      <vt:lpstr>What is a SQL Clause?</vt:lpstr>
      <vt:lpstr>WHERE Clause</vt:lpstr>
      <vt:lpstr>Using WHERE with BETWEEN</vt:lpstr>
      <vt:lpstr>Using WHERE with LIKE</vt:lpstr>
      <vt:lpstr>PowerPoint Presentation</vt:lpstr>
      <vt:lpstr>WHERE with IN</vt:lpstr>
      <vt:lpstr>WHERE with IS NULL / IS NOT NULL</vt:lpstr>
      <vt:lpstr>Assignment </vt:lpstr>
      <vt:lpstr>ORDER BY Clause</vt:lpstr>
      <vt:lpstr>GROUP BY Clause</vt:lpstr>
      <vt:lpstr>HAVING Clause</vt:lpstr>
      <vt:lpstr>LIMIT Clause</vt:lpstr>
      <vt:lpstr>Combining Clauses </vt:lpstr>
      <vt:lpstr>SQL Queries Are Not Executed Top-Down as Written</vt:lpstr>
      <vt:lpstr>Actual SQL Execution Order</vt:lpstr>
      <vt:lpstr>PowerPoint Presentation</vt:lpstr>
      <vt:lpstr>Assignment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Pratibha Bandigani</dc:creator>
  <cp:lastModifiedBy>Pratibha Bandigani</cp:lastModifiedBy>
  <cp:revision>1</cp:revision>
  <dcterms:created xsi:type="dcterms:W3CDTF">2025-09-25T14:26:23Z</dcterms:created>
  <dcterms:modified xsi:type="dcterms:W3CDTF">2025-09-25T15:21:26Z</dcterms:modified>
</cp:coreProperties>
</file>