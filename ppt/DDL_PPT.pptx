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bha Bandigani" userId="967948a4a21832b4" providerId="LiveId" clId="{D46B1009-DC21-45BE-9C22-D1A6276BCD41}"/>
    <pc:docChg chg="addSld modSld">
      <pc:chgData name="Pratibha Bandigani" userId="967948a4a21832b4" providerId="LiveId" clId="{D46B1009-DC21-45BE-9C22-D1A6276BCD41}" dt="2025-09-25T14:02:54.483" v="33" actId="12"/>
      <pc:docMkLst>
        <pc:docMk/>
      </pc:docMkLst>
      <pc:sldChg chg="addSp delSp modSp new mod">
        <pc:chgData name="Pratibha Bandigani" userId="967948a4a21832b4" providerId="LiveId" clId="{D46B1009-DC21-45BE-9C22-D1A6276BCD41}" dt="2025-09-25T14:02:54.483" v="33" actId="12"/>
        <pc:sldMkLst>
          <pc:docMk/>
          <pc:sldMk cId="934640455" sldId="269"/>
        </pc:sldMkLst>
        <pc:spChg chg="mod">
          <ac:chgData name="Pratibha Bandigani" userId="967948a4a21832b4" providerId="LiveId" clId="{D46B1009-DC21-45BE-9C22-D1A6276BCD41}" dt="2025-09-25T14:02:06.061" v="19" actId="20577"/>
          <ac:spMkLst>
            <pc:docMk/>
            <pc:sldMk cId="934640455" sldId="269"/>
            <ac:spMk id="2" creationId="{1D09FD17-51E6-9953-196A-C52827094AFC}"/>
          </ac:spMkLst>
        </pc:spChg>
        <pc:spChg chg="del">
          <ac:chgData name="Pratibha Bandigani" userId="967948a4a21832b4" providerId="LiveId" clId="{D46B1009-DC21-45BE-9C22-D1A6276BCD41}" dt="2025-09-25T14:01:56.417" v="1"/>
          <ac:spMkLst>
            <pc:docMk/>
            <pc:sldMk cId="934640455" sldId="269"/>
            <ac:spMk id="3" creationId="{C5AEB5C3-C182-AE19-9439-409EDF88B0EE}"/>
          </ac:spMkLst>
        </pc:spChg>
        <pc:spChg chg="add mod">
          <ac:chgData name="Pratibha Bandigani" userId="967948a4a21832b4" providerId="LiveId" clId="{D46B1009-DC21-45BE-9C22-D1A6276BCD41}" dt="2025-09-25T14:02:54.483" v="33" actId="12"/>
          <ac:spMkLst>
            <pc:docMk/>
            <pc:sldMk cId="934640455" sldId="269"/>
            <ac:spMk id="4" creationId="{B9AC3CEB-3C5C-E094-3900-70EBECAAC4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110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03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81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7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6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27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61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1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440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43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13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47D84-6F75-469B-AE3E-464D9E215ABE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187C2-A035-489A-BB0F-90CAE353F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17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11F0-56F4-EB95-51C7-F3347C2C7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Understanding Basic SQL Commands with Examples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2014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73DB-A88B-0BAB-BF51-61541166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BEA497-4BCC-A781-8A8E-C1E5337A44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35830" y="1795458"/>
            <a:ext cx="6934200" cy="2902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Definition</a:t>
            </a:r>
            <a:r>
              <a:rPr lang="en-US" sz="1800" dirty="0"/>
              <a:t>:</a:t>
            </a:r>
          </a:p>
          <a:p>
            <a:r>
              <a:rPr lang="en-US" sz="1800" dirty="0"/>
              <a:t>A </a:t>
            </a:r>
            <a:r>
              <a:rPr lang="en-US" sz="1800" b="1" dirty="0"/>
              <a:t>database</a:t>
            </a:r>
            <a:r>
              <a:rPr lang="en-US" sz="1800" dirty="0"/>
              <a:t> is a collection of logically organized data.</a:t>
            </a:r>
          </a:p>
          <a:p>
            <a:r>
              <a:rPr lang="en-US" sz="1800" dirty="0"/>
              <a:t>It stores Data  in a structured way so it can be easily accessed, managed, and updated.</a:t>
            </a:r>
          </a:p>
          <a:p>
            <a:r>
              <a:rPr lang="en-US" sz="1800" b="1" dirty="0"/>
              <a:t>Real-world analogy</a:t>
            </a:r>
            <a:r>
              <a:rPr lang="en-US" sz="1800" dirty="0"/>
              <a:t>:</a:t>
            </a:r>
          </a:p>
          <a:p>
            <a:r>
              <a:rPr lang="en-US" sz="1800" dirty="0"/>
              <a:t>Think of a database as a </a:t>
            </a:r>
            <a:r>
              <a:rPr lang="en-US" sz="1800" b="1" dirty="0"/>
              <a:t>cabinet</a:t>
            </a:r>
            <a:r>
              <a:rPr lang="en-US" sz="1800" dirty="0"/>
              <a:t> and tables as </a:t>
            </a:r>
            <a:r>
              <a:rPr lang="en-US" sz="1800" b="1" dirty="0"/>
              <a:t>drawers</a:t>
            </a:r>
            <a:r>
              <a:rPr lang="en-US" sz="1800" dirty="0"/>
              <a:t> within the cabinet, each containing related files.</a:t>
            </a:r>
          </a:p>
        </p:txBody>
      </p:sp>
    </p:spTree>
    <p:extLst>
      <p:ext uri="{BB962C8B-B14F-4D97-AF65-F5344CB8AC3E}">
        <p14:creationId xmlns:p14="http://schemas.microsoft.com/office/powerpoint/2010/main" val="763756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5719-D1EA-D363-1D3E-6E8AEDA7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03FD7-425E-E3B9-B03E-D51ABB622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CREATE DATABASE </a:t>
            </a:r>
            <a:r>
              <a:rPr lang="en-IN" dirty="0" err="1"/>
              <a:t>database_name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The command creates a new database on your SQL server.</a:t>
            </a:r>
          </a:p>
          <a:p>
            <a:r>
              <a:rPr lang="en-US" dirty="0"/>
              <a:t>Database names should be </a:t>
            </a:r>
            <a:r>
              <a:rPr lang="en-US" b="1" dirty="0"/>
              <a:t>unique</a:t>
            </a:r>
            <a:r>
              <a:rPr lang="en-US" dirty="0"/>
              <a:t> and follow naming rules (no spaces, no special characters).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IF NOT EXISTS to avoid errors: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US" dirty="0"/>
              <a:t>CREATE DATABASE IF NOT EXISTS </a:t>
            </a:r>
            <a:r>
              <a:rPr lang="en-IN" dirty="0" err="1"/>
              <a:t>database_name</a:t>
            </a:r>
            <a:r>
              <a:rPr lang="en-US" dirty="0"/>
              <a:t>;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29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FF06-7D23-1553-3D67-E45A1879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Show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4EB8-B057-C303-7270-2404672C0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SHOW DATABASES;</a:t>
            </a:r>
            <a:br>
              <a:rPr lang="en-IN" dirty="0"/>
            </a:br>
            <a:r>
              <a:rPr lang="en-IN" dirty="0"/>
              <a:t>L</a:t>
            </a:r>
            <a:r>
              <a:rPr lang="en-US" dirty="0"/>
              <a:t>lists all databases currently present in the MySQL server.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67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E09A-6F02-8954-5965-FA8A57D8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Database to Use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F6481-73C3-082A-BD3F-892926458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</a:t>
            </a:r>
            <a:r>
              <a:rPr lang="en-IN" dirty="0" err="1"/>
              <a:t>database_name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US" dirty="0"/>
              <a:t>You must “select” a database before creating tables or inserting data into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1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2C1D-9C75-C58D-31CF-4B608584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Drop (Delete) a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6A880-D495-F994-D0A4-82E7949F4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DROP DATABASE </a:t>
            </a:r>
            <a:r>
              <a:rPr lang="en-IN" dirty="0" err="1"/>
              <a:t>database_name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US" dirty="0"/>
              <a:t>This command </a:t>
            </a:r>
            <a:r>
              <a:rPr lang="en-US" b="1" dirty="0"/>
              <a:t>permanently deletes</a:t>
            </a:r>
            <a:r>
              <a:rPr lang="en-US" dirty="0"/>
              <a:t> the database and all of its contents.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DROP DATABASE IF EXISTS </a:t>
            </a:r>
            <a:r>
              <a:rPr lang="en-US" dirty="0" err="1"/>
              <a:t>CollegeDB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897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81CC-66D5-00C2-DB74-CFCA582C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Table with Syntax and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57FA-0934-E429-90C4-7DD3E852A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TABLE </a:t>
            </a:r>
            <a:r>
              <a:rPr lang="en-US" dirty="0" err="1"/>
              <a:t>table_name</a:t>
            </a:r>
            <a:r>
              <a:rPr lang="en-US" dirty="0"/>
              <a:t> (</a:t>
            </a:r>
          </a:p>
          <a:p>
            <a:r>
              <a:rPr lang="en-US" dirty="0"/>
              <a:t>   column1 datatype constraints,</a:t>
            </a:r>
          </a:p>
          <a:p>
            <a:r>
              <a:rPr lang="en-US" dirty="0"/>
              <a:t>   column2 datatype constraints,</a:t>
            </a:r>
          </a:p>
          <a:p>
            <a:r>
              <a:rPr lang="en-US" dirty="0"/>
              <a:t>   ...</a:t>
            </a:r>
          </a:p>
          <a:p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255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1A53-CC8A-05E9-F896-ECAE318F3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BF7D-696F-971F-BA4B-1655EB1C0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TABLE Students</a:t>
            </a:r>
          </a:p>
          <a:p>
            <a:pPr marL="0" indent="0">
              <a:buNone/>
            </a:pP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StudentID</a:t>
            </a:r>
            <a:r>
              <a:rPr lang="en-US" dirty="0"/>
              <a:t> INT</a:t>
            </a:r>
          </a:p>
          <a:p>
            <a:pPr marL="0" indent="0">
              <a:buNone/>
            </a:pPr>
            <a:r>
              <a:rPr lang="en-US" dirty="0"/>
              <a:t>   Name VARCHAR(100),</a:t>
            </a:r>
          </a:p>
          <a:p>
            <a:pPr marL="0" indent="0">
              <a:buNone/>
            </a:pPr>
            <a:r>
              <a:rPr lang="en-US" dirty="0"/>
              <a:t>   Age INT,</a:t>
            </a:r>
          </a:p>
          <a:p>
            <a:pPr marL="0" indent="0">
              <a:buNone/>
            </a:pPr>
            <a:r>
              <a:rPr lang="en-US" dirty="0"/>
              <a:t>  Email VARCHAR(100)</a:t>
            </a:r>
            <a:br>
              <a:rPr lang="en-US" dirty="0"/>
            </a:b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350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FE27-2DE5-FA59-B0C6-FE07A651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Display Table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3D44F-C073-B774-74AC-E833CAD70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DESCRIBE </a:t>
            </a:r>
            <a:r>
              <a:rPr lang="en-IN" dirty="0" err="1"/>
              <a:t>table_name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DESCRIBE Students;</a:t>
            </a:r>
            <a:br>
              <a:rPr lang="en-IN" dirty="0"/>
            </a:br>
            <a:br>
              <a:rPr lang="en-IN" dirty="0"/>
            </a:br>
            <a:r>
              <a:rPr lang="en-US" dirty="0"/>
              <a:t>Shows column names, data types, nullability, keys, and default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05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E25A-3037-D707-E48E-88AB4846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Rename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96FBB-E832-3494-BF63-1F1D853B3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RENAME TABLE </a:t>
            </a:r>
            <a:r>
              <a:rPr lang="en-US" dirty="0" err="1"/>
              <a:t>old_name</a:t>
            </a:r>
            <a:r>
              <a:rPr lang="en-US" dirty="0"/>
              <a:t> TO </a:t>
            </a:r>
            <a:r>
              <a:rPr lang="en-US" dirty="0" err="1"/>
              <a:t>new_name</a:t>
            </a:r>
            <a:r>
              <a:rPr lang="en-US" dirty="0"/>
              <a:t>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RENAME TABLE Students TO Learners;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Keeps data intact, just changes the table's name.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60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C11C-B69E-FCA3-9175-8159DD86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Modify Table Structure</a:t>
            </a:r>
            <a:br>
              <a:rPr lang="en-IN" dirty="0"/>
            </a:br>
            <a:r>
              <a:rPr lang="en-US" sz="3100" dirty="0"/>
              <a:t>ALTER TABLE is used to change the table after creation.</a:t>
            </a:r>
            <a:endParaRPr lang="en-IN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0E475-C655-4A47-35CB-D8600E913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Add a New Column</a:t>
            </a:r>
            <a:br>
              <a:rPr lang="en-US" dirty="0"/>
            </a:br>
            <a:r>
              <a:rPr lang="en-US" dirty="0"/>
              <a:t>ALTER TABLE Students ADD Gender VARCHAR(10);</a:t>
            </a:r>
          </a:p>
          <a:p>
            <a:r>
              <a:rPr lang="en-IN" dirty="0"/>
              <a:t>Drop a Column</a:t>
            </a:r>
          </a:p>
          <a:p>
            <a:pPr marL="0" indent="0">
              <a:buNone/>
            </a:pPr>
            <a:r>
              <a:rPr lang="en-IN" dirty="0"/>
              <a:t>ALTER TABLE Students DROP COLUMN Email;</a:t>
            </a:r>
          </a:p>
          <a:p>
            <a:r>
              <a:rPr lang="en-IN" dirty="0"/>
              <a:t>Rename a Column</a:t>
            </a:r>
          </a:p>
          <a:p>
            <a:pPr marL="0" indent="0">
              <a:buNone/>
            </a:pPr>
            <a:r>
              <a:rPr lang="en-US" dirty="0"/>
              <a:t>ALTER TABLE Students CHANGE Name </a:t>
            </a:r>
            <a:r>
              <a:rPr lang="en-US" dirty="0" err="1"/>
              <a:t>FullName</a:t>
            </a:r>
            <a:r>
              <a:rPr lang="en-US" dirty="0"/>
              <a:t> VARCHAR(100);</a:t>
            </a:r>
            <a:endParaRPr lang="en-IN" dirty="0"/>
          </a:p>
          <a:p>
            <a:r>
              <a:rPr lang="en-IN" dirty="0"/>
              <a:t>Modify Data Type</a:t>
            </a:r>
          </a:p>
          <a:p>
            <a:pPr marL="0" indent="0">
              <a:buNone/>
            </a:pPr>
            <a:r>
              <a:rPr lang="en-US" dirty="0"/>
              <a:t>ALTER TABLE Students MODIFY Age TINYINT;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08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59D3-5053-5EC9-762F-FCE4C9758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Drop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2F8D0-26A3-2538-5A34-1F05A0F82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DROP TABLE </a:t>
            </a:r>
            <a:r>
              <a:rPr lang="en-IN" dirty="0" err="1"/>
              <a:t>table_name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DROP TABLE Students;</a:t>
            </a:r>
            <a:br>
              <a:rPr lang="en-IN" dirty="0"/>
            </a:br>
            <a:br>
              <a:rPr lang="en-IN" dirty="0"/>
            </a:br>
            <a:r>
              <a:rPr lang="en-US" dirty="0"/>
              <a:t>Deletes the </a:t>
            </a:r>
            <a:r>
              <a:rPr lang="en-US" b="1" dirty="0"/>
              <a:t>entire table and all records</a:t>
            </a:r>
            <a:r>
              <a:rPr lang="en-US" dirty="0"/>
              <a:t> within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4020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E9E2-4DD4-73AE-37BD-09C81BC9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Summary with example:</a:t>
            </a:r>
            <a:br>
              <a:rPr lang="en-IN" sz="2800" dirty="0"/>
            </a:br>
            <a:r>
              <a:rPr lang="en-IN" sz="2800" dirty="0"/>
              <a:t>database :  CollegeDB</a:t>
            </a:r>
            <a:br>
              <a:rPr lang="en-IN" sz="2800" dirty="0"/>
            </a:br>
            <a:r>
              <a:rPr lang="en-IN" sz="2800" dirty="0"/>
              <a:t>table name:  Students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255B84-3226-D43C-E2A6-1F715BE23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3520" y="1703070"/>
            <a:ext cx="5615940" cy="326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42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FD17-51E6-9953-196A-C52827094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AC3CEB-3C5C-E094-3900-70EBECAAC4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3509" y="1960914"/>
            <a:ext cx="65036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table named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columns: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Duration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 you remove a column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difference between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DROP TABLE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DELETE 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Rename the table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Subjects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new column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Department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table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Teachers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640455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</TotalTime>
  <Words>476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Unicode MS</vt:lpstr>
      <vt:lpstr>Calibri Light</vt:lpstr>
      <vt:lpstr>Rockwell</vt:lpstr>
      <vt:lpstr>Wingdings</vt:lpstr>
      <vt:lpstr>Atlas</vt:lpstr>
      <vt:lpstr>Understanding Basic SQL Commands with Examples</vt:lpstr>
      <vt:lpstr>Database</vt:lpstr>
      <vt:lpstr>How to Create a Database</vt:lpstr>
      <vt:lpstr>How to Show Databases</vt:lpstr>
      <vt:lpstr>Selecting a Database to Use</vt:lpstr>
      <vt:lpstr>How to Drop (Delete) a Database</vt:lpstr>
      <vt:lpstr>Creating a Table with Syntax and Example</vt:lpstr>
      <vt:lpstr>PowerPoint Presentation</vt:lpstr>
      <vt:lpstr>Display Table Structure</vt:lpstr>
      <vt:lpstr>Rename a Table</vt:lpstr>
      <vt:lpstr>Modify Table Structure ALTER TABLE is used to change the table after creation.</vt:lpstr>
      <vt:lpstr>Drop a Table</vt:lpstr>
      <vt:lpstr>Summary with example: database :  CollegeDB table name:  Students</vt:lpstr>
      <vt:lpstr>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 Bandigani</dc:creator>
  <cp:lastModifiedBy>Pratibha Bandigani</cp:lastModifiedBy>
  <cp:revision>1</cp:revision>
  <dcterms:created xsi:type="dcterms:W3CDTF">2025-09-25T13:58:34Z</dcterms:created>
  <dcterms:modified xsi:type="dcterms:W3CDTF">2025-09-25T14:03:07Z</dcterms:modified>
</cp:coreProperties>
</file>